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presProps" Target="presProps.xml" /><Relationship Id="rId5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2C9BE-F478-4B31-AADD-463E00EE046D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8C8208-83AC-4556-B667-1E7FF1BF3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481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C8208-83AC-4556-B667-1E7FF1BF35F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360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1EB70-88E8-8519-724F-41F9FCCF5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ED5BDE-52C3-4AE9-0991-5CC6EBFB33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838C2-330F-9EE9-BD97-0A8FE8B7A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9DDF-0E1B-4C9E-93BA-7BD3A2D15951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54174-4DFE-D74E-440A-784AD4186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E4520-4153-CF82-183D-9C7BBB72D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85EC-AA19-45D7-97F9-DC107AC5C7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5495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35440-86BC-3C37-2524-4533CFFE1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ECFCB-8174-0CDF-0A83-5D04A2DBA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13FAE-C689-0301-F3DB-CDD1583CA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9DDF-0E1B-4C9E-93BA-7BD3A2D15951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7FAEE-B270-2D99-55A0-EFD808D97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FAAB3-524F-A424-9D4B-EBC79867B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85EC-AA19-45D7-97F9-DC107AC5C7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0728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35CD8-67D5-8FBA-AB80-568295FA8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48CD4-9DED-AF84-FBC4-F90E37940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BC576-33AC-189C-4259-BDD18A774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9DDF-0E1B-4C9E-93BA-7BD3A2D15951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07234-6E42-2F90-8392-796152FF4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12004-5635-F4CC-2BC6-CFDC3DC7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85EC-AA19-45D7-97F9-DC107AC5C7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0735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3C750-8860-0835-F6D6-E6C270AAC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72B4B-982B-79CB-BB1F-0990AA63CC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0A869-E47E-B58A-63E5-E69696B4E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0C7A-B650-C0B4-B4A9-142CDFB87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9DDF-0E1B-4C9E-93BA-7BD3A2D15951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99B28-5D41-1FFC-816D-874AA8E93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8FD7D-832E-284C-61D3-E62D6558F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85EC-AA19-45D7-97F9-DC107AC5C7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4240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3B5A9-4068-22E7-8768-7055EAD51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0AB91-3F54-52B7-2D46-83D4213FD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1CBC1-CA2D-BFED-C01B-7E1A761BB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4D10D6-F21F-F411-9EF1-52C362816C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8EE913-E345-6285-F8F4-F17281502E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BB54CC-DD2A-0040-DAD9-9B462F01A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9DDF-0E1B-4C9E-93BA-7BD3A2D15951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0B2299-37A2-6C60-ED6D-9BF02EAAF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9DB781-497F-7A72-B67D-69E94D16C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85EC-AA19-45D7-97F9-DC107AC5C7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4068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27307-938A-BD1B-D382-70C4A96D4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60E8B8-0337-BC5A-FF5A-7F2A62E4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9DDF-0E1B-4C9E-93BA-7BD3A2D15951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78DB40-5528-0D75-C7C4-AFE6B18C8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2F0238-E596-0862-8F05-281BE168A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85EC-AA19-45D7-97F9-DC107AC5C7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793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0F5DC-8318-8E3A-584C-E0AEA38FD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9DDF-0E1B-4C9E-93BA-7BD3A2D15951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E48B94-711D-0D3A-7BB6-C3A97D571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00AE6-564C-E72A-3124-09A59272C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85EC-AA19-45D7-97F9-DC107AC5C7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37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F0B43-30A0-B0F0-D381-35236C8E3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32EEC-E30A-4023-2B01-F351D2E29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050A3-CB12-5633-21CC-5EC29053EC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71B45-D978-5CCC-A4B2-A03BE0498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9DDF-0E1B-4C9E-93BA-7BD3A2D15951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E2F24-40A9-DEF2-700C-A70879477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35E5E-378C-9918-3F75-A924AE46F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85EC-AA19-45D7-97F9-DC107AC5C7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762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BAFB-586C-A56D-5940-F76FC8935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95BEEC-F994-DF32-D8C5-0F0DAD9E2F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714F0-C950-D420-5FB3-A012E6C95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937677-1B57-BC87-5A03-E936897AF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9DDF-0E1B-4C9E-93BA-7BD3A2D15951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766A0D-5077-3E92-A8FD-576D277F4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914A0F-9908-28EF-D666-692102A32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85EC-AA19-45D7-97F9-DC107AC5C7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5788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C1276-B75C-75DE-0670-90A5429B8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19F51-B873-7DF0-191A-0BB9EEBC6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CD1B5-74E3-A7B9-E0CD-7D8B3F3DC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9DDF-0E1B-4C9E-93BA-7BD3A2D15951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CC55-9DE2-0973-AD1C-8B07ED8EE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96D56-F2B2-4EC7-FEF3-F4E8F11C1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85EC-AA19-45D7-97F9-DC107AC5C7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6662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5D275C-B5B3-88BA-0D30-3C9F6FF95D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DA3A38-D256-B07F-D82A-8DF423C76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F30A7-F766-71A8-A55E-79A72DCD9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9DDF-0E1B-4C9E-93BA-7BD3A2D15951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6EBE7-5567-831D-02FB-E7A60EC34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BE439-3F48-F081-F378-13ADEDF1F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85EC-AA19-45D7-97F9-DC107AC5C7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645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FA9B7A-87C8-803F-95C6-93917940A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7F810-CF2B-001F-C32D-6998E7D73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A499A-61E9-A5D3-03BA-F85EB95A3E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159DDF-0E1B-4C9E-93BA-7BD3A2D15951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BE384-BCEC-3097-7FDE-AD0851B90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D1A30-A8FC-8B0F-49D3-812C0B86A8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8A85EC-AA19-45D7-97F9-DC107AC5C7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3233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4AEC-896E-7221-AC82-27729FB13C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dirty="0"/>
              <a:t>Simple program for 	AI agent for a game Tic Tac Toe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DAC1B8-3733-B39D-CF51-FA3AC447BE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24cs278</a:t>
            </a:r>
          </a:p>
          <a:p>
            <a:r>
              <a:rPr lang="en-GB" dirty="0"/>
              <a:t>Knox </a:t>
            </a:r>
            <a:r>
              <a:rPr lang="en-GB" dirty="0" err="1"/>
              <a:t>shonhiwa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285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2DBC9-0312-6506-B0B2-B45A0A10E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8F1B7-D26E-6642-2AC4-0551C9D1A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744200" cy="6469289"/>
          </a:xfrm>
        </p:spPr>
        <p:txBody>
          <a:bodyPr>
            <a:normAutofit fontScale="25000" lnSpcReduction="20000"/>
          </a:bodyPr>
          <a:lstStyle/>
          <a:p>
            <a:r>
              <a:rPr lang="en-US" dirty="0"/>
              <a:t># Tic-Tac-Toe AI Agent</a:t>
            </a:r>
          </a:p>
          <a:p>
            <a:endParaRPr lang="en-US" dirty="0"/>
          </a:p>
          <a:p>
            <a:r>
              <a:rPr lang="en-US" dirty="0"/>
              <a:t>board = [" " for _ in range(9)]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print_board</a:t>
            </a:r>
            <a:r>
              <a:rPr lang="en-US" dirty="0"/>
              <a:t>():</a:t>
            </a:r>
          </a:p>
          <a:p>
            <a:r>
              <a:rPr lang="en-US" dirty="0"/>
              <a:t>    print()</a:t>
            </a:r>
          </a:p>
          <a:p>
            <a:r>
              <a:rPr lang="en-US" dirty="0"/>
              <a:t>    print(board[0], "|", board[1], "|", board[2])</a:t>
            </a:r>
          </a:p>
          <a:p>
            <a:r>
              <a:rPr lang="en-US" dirty="0"/>
              <a:t>    print("---------")</a:t>
            </a:r>
          </a:p>
          <a:p>
            <a:r>
              <a:rPr lang="en-US" dirty="0"/>
              <a:t>    print(board[3], "|", board[4], "|", board[5])</a:t>
            </a:r>
          </a:p>
          <a:p>
            <a:r>
              <a:rPr lang="en-US" dirty="0"/>
              <a:t>    print("---------")</a:t>
            </a:r>
          </a:p>
          <a:p>
            <a:r>
              <a:rPr lang="en-US" dirty="0"/>
              <a:t>    print(board[6], "|", board[7], "|", board[8])</a:t>
            </a:r>
          </a:p>
          <a:p>
            <a:r>
              <a:rPr lang="en-US" dirty="0"/>
              <a:t>    print()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check_winner</a:t>
            </a:r>
            <a:r>
              <a:rPr lang="en-US" dirty="0"/>
              <a:t>(player):</a:t>
            </a:r>
          </a:p>
          <a:p>
            <a:r>
              <a:rPr lang="en-US" dirty="0"/>
              <a:t>    </a:t>
            </a:r>
            <a:r>
              <a:rPr lang="en-US" dirty="0" err="1"/>
              <a:t>win_positions</a:t>
            </a:r>
            <a:r>
              <a:rPr lang="en-US" dirty="0"/>
              <a:t> = [</a:t>
            </a:r>
          </a:p>
          <a:p>
            <a:r>
              <a:rPr lang="en-US" dirty="0"/>
              <a:t>        [0,1,2],[3,4,5],[6,7,8],</a:t>
            </a:r>
          </a:p>
          <a:p>
            <a:r>
              <a:rPr lang="en-US" dirty="0"/>
              <a:t>        [0,3,6],[1,4,7],[2,5,8],</a:t>
            </a:r>
          </a:p>
          <a:p>
            <a:r>
              <a:rPr lang="en-US" dirty="0"/>
              <a:t>        [0,4,8],[2,4,6]</a:t>
            </a:r>
          </a:p>
          <a:p>
            <a:r>
              <a:rPr lang="en-US" dirty="0"/>
              <a:t>    ]</a:t>
            </a:r>
          </a:p>
          <a:p>
            <a:endParaRPr lang="en-US" dirty="0"/>
          </a:p>
          <a:p>
            <a:r>
              <a:rPr lang="en-US" dirty="0"/>
              <a:t>    for pos in </a:t>
            </a:r>
            <a:r>
              <a:rPr lang="en-US" dirty="0" err="1"/>
              <a:t>win_positions</a:t>
            </a:r>
            <a:r>
              <a:rPr lang="en-US" dirty="0"/>
              <a:t>:</a:t>
            </a:r>
          </a:p>
          <a:p>
            <a:r>
              <a:rPr lang="en-US" dirty="0"/>
              <a:t>        if board[pos[0]] == board[pos[1]] == board[pos[2]] == player:</a:t>
            </a:r>
          </a:p>
          <a:p>
            <a:r>
              <a:rPr lang="en-US" dirty="0"/>
              <a:t>            return True</a:t>
            </a:r>
          </a:p>
          <a:p>
            <a:r>
              <a:rPr lang="en-US" dirty="0"/>
              <a:t>    return False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ai_move</a:t>
            </a:r>
            <a:r>
              <a:rPr lang="en-US" dirty="0"/>
              <a:t>():</a:t>
            </a:r>
          </a:p>
          <a:p>
            <a:endParaRPr lang="en-US" dirty="0"/>
          </a:p>
          <a:p>
            <a:r>
              <a:rPr lang="en-US" dirty="0"/>
              <a:t>    # 1 Try to win</a:t>
            </a:r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range(9):</a:t>
            </a:r>
          </a:p>
          <a:p>
            <a:r>
              <a:rPr lang="en-US" dirty="0"/>
              <a:t>        if board[</a:t>
            </a:r>
            <a:r>
              <a:rPr lang="en-US" dirty="0" err="1"/>
              <a:t>i</a:t>
            </a:r>
            <a:r>
              <a:rPr lang="en-US" dirty="0"/>
              <a:t>] == " ":</a:t>
            </a:r>
          </a:p>
          <a:p>
            <a:r>
              <a:rPr lang="en-US" dirty="0"/>
              <a:t>            board[</a:t>
            </a:r>
            <a:r>
              <a:rPr lang="en-US" dirty="0" err="1"/>
              <a:t>i</a:t>
            </a:r>
            <a:r>
              <a:rPr lang="en-US" dirty="0"/>
              <a:t>] = "O"</a:t>
            </a:r>
          </a:p>
          <a:p>
            <a:r>
              <a:rPr lang="en-US" dirty="0"/>
              <a:t>            if </a:t>
            </a:r>
            <a:r>
              <a:rPr lang="en-US" dirty="0" err="1"/>
              <a:t>check_winner</a:t>
            </a:r>
            <a:r>
              <a:rPr lang="en-US" dirty="0"/>
              <a:t>("O"):</a:t>
            </a:r>
          </a:p>
          <a:p>
            <a:r>
              <a:rPr lang="en-US" dirty="0"/>
              <a:t>                return</a:t>
            </a:r>
          </a:p>
          <a:p>
            <a:r>
              <a:rPr lang="en-US" dirty="0"/>
              <a:t>            board[</a:t>
            </a:r>
            <a:r>
              <a:rPr lang="en-US" dirty="0" err="1"/>
              <a:t>i</a:t>
            </a:r>
            <a:r>
              <a:rPr lang="en-US" dirty="0"/>
              <a:t>] = " "</a:t>
            </a:r>
          </a:p>
          <a:p>
            <a:endParaRPr lang="en-US" dirty="0"/>
          </a:p>
          <a:p>
            <a:r>
              <a:rPr lang="en-US" dirty="0"/>
              <a:t>    # 2 Block player</a:t>
            </a:r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range(9):</a:t>
            </a:r>
          </a:p>
          <a:p>
            <a:r>
              <a:rPr lang="en-US" dirty="0"/>
              <a:t>        if board[</a:t>
            </a:r>
            <a:r>
              <a:rPr lang="en-US" dirty="0" err="1"/>
              <a:t>i</a:t>
            </a:r>
            <a:r>
              <a:rPr lang="en-US" dirty="0"/>
              <a:t>] == " ":</a:t>
            </a:r>
          </a:p>
          <a:p>
            <a:r>
              <a:rPr lang="en-US" dirty="0"/>
              <a:t>            board[</a:t>
            </a:r>
            <a:r>
              <a:rPr lang="en-US" dirty="0" err="1"/>
              <a:t>i</a:t>
            </a:r>
            <a:r>
              <a:rPr lang="en-US" dirty="0"/>
              <a:t>] = "X"</a:t>
            </a:r>
          </a:p>
          <a:p>
            <a:r>
              <a:rPr lang="en-US" dirty="0"/>
              <a:t>            if </a:t>
            </a:r>
            <a:r>
              <a:rPr lang="en-US" dirty="0" err="1"/>
              <a:t>check_winner</a:t>
            </a:r>
            <a:r>
              <a:rPr lang="en-US" dirty="0"/>
              <a:t>("X"):</a:t>
            </a:r>
          </a:p>
          <a:p>
            <a:r>
              <a:rPr lang="en-US" dirty="0"/>
              <a:t>                board[</a:t>
            </a:r>
            <a:r>
              <a:rPr lang="en-US" dirty="0" err="1"/>
              <a:t>i</a:t>
            </a:r>
            <a:r>
              <a:rPr lang="en-US" dirty="0"/>
              <a:t>] = "O"</a:t>
            </a:r>
          </a:p>
          <a:p>
            <a:r>
              <a:rPr lang="en-US" dirty="0"/>
              <a:t>                return</a:t>
            </a:r>
          </a:p>
          <a:p>
            <a:r>
              <a:rPr lang="en-US" dirty="0"/>
              <a:t>            board[</a:t>
            </a:r>
            <a:r>
              <a:rPr lang="en-US" dirty="0" err="1"/>
              <a:t>i</a:t>
            </a:r>
            <a:r>
              <a:rPr lang="en-US" dirty="0"/>
              <a:t>] = " "</a:t>
            </a:r>
          </a:p>
          <a:p>
            <a:endParaRPr lang="en-US" dirty="0"/>
          </a:p>
          <a:p>
            <a:r>
              <a:rPr lang="en-US" dirty="0"/>
              <a:t>    # 3 Take first empty spot</a:t>
            </a:r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range(9):</a:t>
            </a:r>
          </a:p>
          <a:p>
            <a:r>
              <a:rPr lang="en-US" dirty="0"/>
              <a:t>        if board[</a:t>
            </a:r>
            <a:r>
              <a:rPr lang="en-US" dirty="0" err="1"/>
              <a:t>i</a:t>
            </a:r>
            <a:r>
              <a:rPr lang="en-US" dirty="0"/>
              <a:t>] == " ":</a:t>
            </a:r>
          </a:p>
          <a:p>
            <a:r>
              <a:rPr lang="en-US" dirty="0"/>
              <a:t>            board[</a:t>
            </a:r>
            <a:r>
              <a:rPr lang="en-US" dirty="0" err="1"/>
              <a:t>i</a:t>
            </a:r>
            <a:r>
              <a:rPr lang="en-US" dirty="0"/>
              <a:t>] = "O"</a:t>
            </a:r>
          </a:p>
          <a:p>
            <a:r>
              <a:rPr lang="en-US" dirty="0"/>
              <a:t>            return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is_board_full</a:t>
            </a:r>
            <a:r>
              <a:rPr lang="en-US" dirty="0"/>
              <a:t>():</a:t>
            </a:r>
          </a:p>
          <a:p>
            <a:r>
              <a:rPr lang="en-US" dirty="0"/>
              <a:t>    return " " not in board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# Game loop</a:t>
            </a:r>
          </a:p>
          <a:p>
            <a:r>
              <a:rPr lang="en-US" dirty="0"/>
              <a:t>while True: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print_board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    move = int(input("Enter position (0-8): "))</a:t>
            </a:r>
          </a:p>
          <a:p>
            <a:endParaRPr lang="en-US" dirty="0"/>
          </a:p>
          <a:p>
            <a:r>
              <a:rPr lang="en-US" dirty="0"/>
              <a:t>    if board[move] != " ":</a:t>
            </a:r>
          </a:p>
          <a:p>
            <a:r>
              <a:rPr lang="en-US" dirty="0"/>
              <a:t>        print("Invalid move")</a:t>
            </a:r>
          </a:p>
          <a:p>
            <a:r>
              <a:rPr lang="en-US" dirty="0"/>
              <a:t>        continue</a:t>
            </a:r>
          </a:p>
          <a:p>
            <a:endParaRPr lang="en-US" dirty="0"/>
          </a:p>
          <a:p>
            <a:r>
              <a:rPr lang="en-US" dirty="0"/>
              <a:t>    board[move] = "X"</a:t>
            </a:r>
          </a:p>
          <a:p>
            <a:endParaRPr lang="en-US" dirty="0"/>
          </a:p>
          <a:p>
            <a:r>
              <a:rPr lang="en-US" dirty="0"/>
              <a:t>    if </a:t>
            </a:r>
            <a:r>
              <a:rPr lang="en-US" dirty="0" err="1"/>
              <a:t>check_winner</a:t>
            </a:r>
            <a:r>
              <a:rPr lang="en-US" dirty="0"/>
              <a:t>("X"):</a:t>
            </a:r>
          </a:p>
          <a:p>
            <a:r>
              <a:rPr lang="en-US" dirty="0"/>
              <a:t>        </a:t>
            </a:r>
            <a:r>
              <a:rPr lang="en-US" dirty="0" err="1"/>
              <a:t>print_board</a:t>
            </a:r>
            <a:r>
              <a:rPr lang="en-US" dirty="0"/>
              <a:t>()</a:t>
            </a:r>
          </a:p>
          <a:p>
            <a:r>
              <a:rPr lang="en-US" dirty="0"/>
              <a:t>        print("You win!")</a:t>
            </a:r>
          </a:p>
          <a:p>
            <a:r>
              <a:rPr lang="en-US" dirty="0"/>
              <a:t>        break</a:t>
            </a:r>
          </a:p>
          <a:p>
            <a:endParaRPr lang="en-US" dirty="0"/>
          </a:p>
          <a:p>
            <a:r>
              <a:rPr lang="en-US" dirty="0"/>
              <a:t>    if </a:t>
            </a:r>
            <a:r>
              <a:rPr lang="en-US" dirty="0" err="1"/>
              <a:t>is_board_full</a:t>
            </a:r>
            <a:r>
              <a:rPr lang="en-US" dirty="0"/>
              <a:t>():</a:t>
            </a:r>
          </a:p>
          <a:p>
            <a:r>
              <a:rPr lang="en-US" dirty="0"/>
              <a:t>        </a:t>
            </a:r>
            <a:r>
              <a:rPr lang="en-US" dirty="0" err="1"/>
              <a:t>print_board</a:t>
            </a:r>
            <a:r>
              <a:rPr lang="en-US" dirty="0"/>
              <a:t>()</a:t>
            </a:r>
          </a:p>
          <a:p>
            <a:r>
              <a:rPr lang="en-US" dirty="0"/>
              <a:t>        print("Draw!")</a:t>
            </a:r>
          </a:p>
          <a:p>
            <a:r>
              <a:rPr lang="en-US" dirty="0"/>
              <a:t>        break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ai_move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    if </a:t>
            </a:r>
            <a:r>
              <a:rPr lang="en-US" dirty="0" err="1"/>
              <a:t>check_winner</a:t>
            </a:r>
            <a:r>
              <a:rPr lang="en-US" dirty="0"/>
              <a:t>("O"):</a:t>
            </a:r>
          </a:p>
          <a:p>
            <a:r>
              <a:rPr lang="en-US" dirty="0"/>
              <a:t>        </a:t>
            </a:r>
            <a:r>
              <a:rPr lang="en-US" dirty="0" err="1"/>
              <a:t>print_board</a:t>
            </a:r>
            <a:r>
              <a:rPr lang="en-US" dirty="0"/>
              <a:t>()</a:t>
            </a:r>
          </a:p>
          <a:p>
            <a:r>
              <a:rPr lang="en-US" dirty="0"/>
              <a:t>        print("AI wins!")</a:t>
            </a:r>
          </a:p>
          <a:p>
            <a:r>
              <a:rPr lang="en-US" dirty="0"/>
              <a:t>        break</a:t>
            </a:r>
          </a:p>
          <a:p>
            <a:endParaRPr lang="en-US" dirty="0"/>
          </a:p>
          <a:p>
            <a:r>
              <a:rPr lang="en-US" dirty="0"/>
              <a:t>    if </a:t>
            </a:r>
            <a:r>
              <a:rPr lang="en-US" dirty="0" err="1"/>
              <a:t>is_board_full</a:t>
            </a:r>
            <a:r>
              <a:rPr lang="en-US" dirty="0"/>
              <a:t>():</a:t>
            </a:r>
          </a:p>
          <a:p>
            <a:r>
              <a:rPr lang="en-US" dirty="0"/>
              <a:t>        </a:t>
            </a:r>
            <a:r>
              <a:rPr lang="en-US" dirty="0" err="1"/>
              <a:t>print_board</a:t>
            </a:r>
            <a:r>
              <a:rPr lang="en-US" dirty="0"/>
              <a:t>()</a:t>
            </a:r>
          </a:p>
          <a:p>
            <a:r>
              <a:rPr lang="en-US" dirty="0"/>
              <a:t>        print("Draw!")</a:t>
            </a:r>
          </a:p>
          <a:p>
            <a:r>
              <a:rPr lang="en-US" dirty="0"/>
              <a:t>        break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2368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A7F3F-7EB8-1310-7E93-600B0242B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B55B9-6E75-C95B-0E38-EEC0C7812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sz="5800" b="1" dirty="0"/>
              <a:t>Sample of output</a:t>
            </a:r>
            <a:r>
              <a:rPr lang="en-GB" dirty="0"/>
              <a:t>:</a:t>
            </a:r>
          </a:p>
          <a:p>
            <a:pPr marL="0" indent="0">
              <a:buNone/>
            </a:pPr>
            <a:r>
              <a:rPr lang="en-GB" dirty="0"/>
              <a:t>Number between 0-8</a:t>
            </a:r>
          </a:p>
          <a:p>
            <a:pPr marL="0" indent="0">
              <a:buNone/>
            </a:pPr>
            <a:r>
              <a:rPr lang="en-GB" dirty="0"/>
              <a:t>4</a:t>
            </a:r>
          </a:p>
          <a:p>
            <a:pPr marL="0" indent="0">
              <a:buNone/>
            </a:pPr>
            <a:r>
              <a:rPr lang="en-GB" dirty="0"/>
              <a:t>8</a:t>
            </a:r>
          </a:p>
          <a:p>
            <a:pPr marL="0" indent="0">
              <a:buNone/>
            </a:pPr>
            <a:r>
              <a:rPr lang="en-GB" dirty="0"/>
              <a:t>6</a:t>
            </a:r>
          </a:p>
          <a:p>
            <a:pPr marL="0" indent="0">
              <a:buNone/>
            </a:pPr>
            <a:endParaRPr lang="en-GB" dirty="0"/>
          </a:p>
          <a:p>
            <a:r>
              <a:rPr lang="pt-BR" dirty="0"/>
              <a:t>O | O | O</a:t>
            </a:r>
          </a:p>
          <a:p>
            <a:r>
              <a:rPr lang="pt-BR" dirty="0"/>
              <a:t>---------</a:t>
            </a:r>
          </a:p>
          <a:p>
            <a:r>
              <a:rPr lang="pt-BR" dirty="0"/>
              <a:t>  | X |  </a:t>
            </a:r>
          </a:p>
          <a:p>
            <a:r>
              <a:rPr lang="pt-BR" dirty="0"/>
              <a:t>---------</a:t>
            </a:r>
          </a:p>
          <a:p>
            <a:r>
              <a:rPr lang="pt-BR" dirty="0"/>
              <a:t>X |   | X</a:t>
            </a:r>
          </a:p>
          <a:p>
            <a:endParaRPr lang="pt-BR" dirty="0"/>
          </a:p>
          <a:p>
            <a:r>
              <a:rPr lang="pt-BR" dirty="0"/>
              <a:t>AI wins!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5890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503</Words>
  <Application>Microsoft Office PowerPoint</Application>
  <PresentationFormat>Widescreen</PresentationFormat>
  <Paragraphs>108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 Simple program for  AI agent for a game Tic Tac Toe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Simple program for  AI agent for a game Tic Tac Toe </dc:title>
  <dc:creator>Tatenda Tapera</dc:creator>
  <cp:lastModifiedBy>Guest User</cp:lastModifiedBy>
  <cp:revision>2</cp:revision>
  <dcterms:created xsi:type="dcterms:W3CDTF">2026-03-11T17:54:06Z</dcterms:created>
  <dcterms:modified xsi:type="dcterms:W3CDTF">2026-03-11T18:22:29Z</dcterms:modified>
</cp:coreProperties>
</file>