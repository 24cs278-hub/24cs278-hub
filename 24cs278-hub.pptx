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sldIdLst>
    <p:sldId id="256" r:id="rId2"/>
    <p:sldId id="263" r:id="rId3"/>
    <p:sldId id="257" r:id="rId4"/>
    <p:sldId id="262" r:id="rId5"/>
    <p:sldId id="261" r:id="rId6"/>
    <p:sldId id="258" r:id="rId7"/>
  </p:sldIdLst>
  <p:sldSz cx="12192000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2C9BE-F478-4B31-AADD-463E00EE046D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79450" y="1143000"/>
            <a:ext cx="5499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C8208-83AC-4556-B667-1E7FF1BF3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481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9450" y="1143000"/>
            <a:ext cx="5499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C8208-83AC-4556-B667-1E7FF1BF35F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360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19505"/>
            <a:ext cx="9144000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92866"/>
            <a:ext cx="9144000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297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48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5385"/>
            <a:ext cx="10515600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77778"/>
            <a:ext cx="10515600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82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82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4106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0976"/>
            <a:ext cx="5181600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0976"/>
            <a:ext cx="5181600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7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4196"/>
            <a:ext cx="10515600" cy="1322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76882"/>
            <a:ext cx="5157787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498697"/>
            <a:ext cx="5157787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76882"/>
            <a:ext cx="5183188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498697"/>
            <a:ext cx="5183188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63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089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09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6036"/>
            <a:ext cx="393223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4911"/>
            <a:ext cx="6172200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2161"/>
            <a:ext cx="393223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83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6036"/>
            <a:ext cx="393223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4911"/>
            <a:ext cx="6172200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2161"/>
            <a:ext cx="393223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551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687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4195"/>
            <a:ext cx="2628900" cy="57970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4195"/>
            <a:ext cx="7734300" cy="5797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9DDF-0E1B-4C9E-93BA-7BD3A2D1595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16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4196"/>
            <a:ext cx="10515600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0976"/>
            <a:ext cx="10515600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40166"/>
            <a:ext cx="2743200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59DDF-0E1B-4C9E-93BA-7BD3A2D1595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40166"/>
            <a:ext cx="4114800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40166"/>
            <a:ext cx="2743200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A85EC-AA19-45D7-97F9-DC107AC5C7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131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3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3" kern="1200">
          <a:solidFill>
            <a:schemeClr val="tx1"/>
          </a:solidFill>
          <a:latin typeface="+mn-lt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4AEC-896E-7221-AC82-27729FB13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343" y="422819"/>
            <a:ext cx="9144000" cy="2381521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/>
              <a:t>Simple program for 	AI agent for a game Tic Tac Toe </a:t>
            </a:r>
          </a:p>
        </p:txBody>
      </p:sp>
    </p:spTree>
    <p:extLst>
      <p:ext uri="{BB962C8B-B14F-4D97-AF65-F5344CB8AC3E}">
        <p14:creationId xmlns:p14="http://schemas.microsoft.com/office/powerpoint/2010/main" val="86285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31D1-703A-208B-D486-6289FB177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u="sng" dirty="0"/>
              <a:t>PEAS for a TIC TAC TOE AI Agent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9C331E8-9C02-D1C6-94AD-2B4D19E95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039971"/>
              </p:ext>
            </p:extLst>
          </p:nvPr>
        </p:nvGraphicFramePr>
        <p:xfrm>
          <a:off x="555171" y="1686384"/>
          <a:ext cx="10961916" cy="4496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0958">
                  <a:extLst>
                    <a:ext uri="{9D8B030D-6E8A-4147-A177-3AD203B41FA5}">
                      <a16:colId xmlns:a16="http://schemas.microsoft.com/office/drawing/2014/main" val="1951769644"/>
                    </a:ext>
                  </a:extLst>
                </a:gridCol>
                <a:gridCol w="5480958">
                  <a:extLst>
                    <a:ext uri="{9D8B030D-6E8A-4147-A177-3AD203B41FA5}">
                      <a16:colId xmlns:a16="http://schemas.microsoft.com/office/drawing/2014/main" val="1898339525"/>
                    </a:ext>
                  </a:extLst>
                </a:gridCol>
              </a:tblGrid>
              <a:tr h="984516"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Component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Description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141947"/>
                  </a:ext>
                </a:extLst>
              </a:tr>
              <a:tr h="980370">
                <a:tc>
                  <a:txBody>
                    <a:bodyPr/>
                    <a:lstStyle/>
                    <a:p>
                      <a:r>
                        <a:rPr lang="en-GB" sz="2000" dirty="0"/>
                        <a:t>Performance</a:t>
                      </a:r>
                    </a:p>
                  </a:txBody>
                  <a:tcPr marL="27025" marR="27025" marT="13513" marB="1351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Win the game, avoid losing, maximize chances of winning, draw if winning is not possible.</a:t>
                      </a:r>
                      <a:endParaRPr lang="en-GB" sz="2000" dirty="0"/>
                    </a:p>
                  </a:txBody>
                  <a:tcPr marL="27025" marR="27025" marT="13513" marB="13513"/>
                </a:tc>
                <a:extLst>
                  <a:ext uri="{0D108BD9-81ED-4DB2-BD59-A6C34878D82A}">
                    <a16:rowId xmlns:a16="http://schemas.microsoft.com/office/drawing/2014/main" val="4078271656"/>
                  </a:ext>
                </a:extLst>
              </a:tr>
              <a:tr h="980370">
                <a:tc>
                  <a:txBody>
                    <a:bodyPr/>
                    <a:lstStyle/>
                    <a:p>
                      <a:r>
                        <a:rPr lang="en-GB" sz="2000" dirty="0" err="1"/>
                        <a:t>Enviroment</a:t>
                      </a:r>
                      <a:endParaRPr lang="en-GB" sz="2000" dirty="0"/>
                    </a:p>
                  </a:txBody>
                  <a:tcPr marL="27025" marR="27025" marT="13513" marB="13513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3×3 Tic Tac Toe board, opponent player, game rules, turns between players.</a:t>
                      </a:r>
                      <a:endParaRPr lang="en-GB" sz="2000" dirty="0"/>
                    </a:p>
                  </a:txBody>
                  <a:tcPr marL="27025" marR="27025" marT="13513" marB="13513"/>
                </a:tc>
                <a:extLst>
                  <a:ext uri="{0D108BD9-81ED-4DB2-BD59-A6C34878D82A}">
                    <a16:rowId xmlns:a16="http://schemas.microsoft.com/office/drawing/2014/main" val="2682825616"/>
                  </a:ext>
                </a:extLst>
              </a:tr>
              <a:tr h="571075">
                <a:tc>
                  <a:txBody>
                    <a:bodyPr/>
                    <a:lstStyle/>
                    <a:p>
                      <a:r>
                        <a:rPr lang="en-GB" sz="2000" dirty="0"/>
                        <a:t>Actuators</a:t>
                      </a:r>
                    </a:p>
                  </a:txBody>
                  <a:tcPr marL="27025" marR="27025" marT="13513" marB="13513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Place </a:t>
                      </a:r>
                      <a:r>
                        <a:rPr lang="en-US" sz="2000" b="1" dirty="0"/>
                        <a:t>X</a:t>
                      </a:r>
                      <a:r>
                        <a:rPr lang="en-US" sz="2000" dirty="0"/>
                        <a:t> or </a:t>
                      </a:r>
                      <a:r>
                        <a:rPr lang="en-US" sz="2000" b="1" dirty="0"/>
                        <a:t>O</a:t>
                      </a:r>
                      <a:r>
                        <a:rPr lang="en-US" sz="2000" dirty="0"/>
                        <a:t> in an empty square on the board.</a:t>
                      </a:r>
                      <a:endParaRPr lang="en-GB" sz="2000" dirty="0"/>
                    </a:p>
                  </a:txBody>
                  <a:tcPr marL="27025" marR="27025" marT="13513" marB="13513"/>
                </a:tc>
                <a:extLst>
                  <a:ext uri="{0D108BD9-81ED-4DB2-BD59-A6C34878D82A}">
                    <a16:rowId xmlns:a16="http://schemas.microsoft.com/office/drawing/2014/main" val="1606424969"/>
                  </a:ext>
                </a:extLst>
              </a:tr>
              <a:tr h="980370">
                <a:tc>
                  <a:txBody>
                    <a:bodyPr/>
                    <a:lstStyle/>
                    <a:p>
                      <a:r>
                        <a:rPr lang="en-GB" sz="2000" dirty="0"/>
                        <a:t>Sensors</a:t>
                      </a:r>
                    </a:p>
                  </a:txBody>
                  <a:tcPr marL="27025" marR="27025" marT="13513" marB="13513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Observe the current board state, positions of X and O, opponent’s moves.</a:t>
                      </a:r>
                      <a:endParaRPr lang="en-GB" sz="2000" dirty="0"/>
                    </a:p>
                  </a:txBody>
                  <a:tcPr marL="27025" marR="27025" marT="13513" marB="13513"/>
                </a:tc>
                <a:extLst>
                  <a:ext uri="{0D108BD9-81ED-4DB2-BD59-A6C34878D82A}">
                    <a16:rowId xmlns:a16="http://schemas.microsoft.com/office/drawing/2014/main" val="2726606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426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2DBC9-0312-6506-B0B2-B45A0A10E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423" y="1"/>
            <a:ext cx="4314624" cy="108105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u="sng" dirty="0"/>
              <a:t>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8F1B7-D26E-6642-2AC4-0551C9D1A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0934" y="610996"/>
            <a:ext cx="7709352" cy="42004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b="1" dirty="0"/>
              <a:t>board = [" " for _ in range(9)]</a:t>
            </a:r>
          </a:p>
          <a:p>
            <a:endParaRPr lang="en-US" sz="1000" b="1" dirty="0"/>
          </a:p>
          <a:p>
            <a:r>
              <a:rPr lang="en-US" sz="1000" b="1" dirty="0"/>
              <a:t>def </a:t>
            </a:r>
            <a:r>
              <a:rPr lang="en-US" sz="1000" b="1" dirty="0" err="1"/>
              <a:t>print_board</a:t>
            </a:r>
            <a:r>
              <a:rPr lang="en-US" sz="1000" b="1" dirty="0"/>
              <a:t>():</a:t>
            </a:r>
          </a:p>
          <a:p>
            <a:r>
              <a:rPr lang="en-US" sz="1000" b="1" dirty="0"/>
              <a:t>    print()</a:t>
            </a:r>
          </a:p>
          <a:p>
            <a:r>
              <a:rPr lang="en-US" sz="1000" b="1" dirty="0"/>
              <a:t>    print(board[0], "|", board[1], "|", board[2])</a:t>
            </a:r>
          </a:p>
          <a:p>
            <a:r>
              <a:rPr lang="en-US" sz="1000" b="1" dirty="0"/>
              <a:t>    print("---------")</a:t>
            </a:r>
          </a:p>
          <a:p>
            <a:r>
              <a:rPr lang="en-US" sz="1000" b="1" dirty="0"/>
              <a:t>    print(board[3], "|", board[4], "|", board[5])</a:t>
            </a:r>
          </a:p>
          <a:p>
            <a:r>
              <a:rPr lang="en-US" sz="1000" b="1" dirty="0"/>
              <a:t>    print("---------")</a:t>
            </a:r>
          </a:p>
          <a:p>
            <a:r>
              <a:rPr lang="en-US" sz="1000" b="1" dirty="0"/>
              <a:t>    print(board[6], "|", board[7], "|", board[8])</a:t>
            </a:r>
          </a:p>
          <a:p>
            <a:r>
              <a:rPr lang="en-US" sz="1000" b="1" dirty="0"/>
              <a:t>    print()</a:t>
            </a:r>
          </a:p>
          <a:p>
            <a:endParaRPr lang="en-US" sz="1000" b="1" dirty="0"/>
          </a:p>
          <a:p>
            <a:r>
              <a:rPr lang="en-US" sz="1000" b="1" dirty="0"/>
              <a:t>def </a:t>
            </a:r>
            <a:r>
              <a:rPr lang="en-US" sz="1000" b="1" dirty="0" err="1"/>
              <a:t>check_winner</a:t>
            </a:r>
            <a:r>
              <a:rPr lang="en-US" sz="1000" b="1" dirty="0"/>
              <a:t>(player):</a:t>
            </a:r>
          </a:p>
          <a:p>
            <a:r>
              <a:rPr lang="en-US" sz="1000" b="1" dirty="0"/>
              <a:t>    </a:t>
            </a:r>
            <a:r>
              <a:rPr lang="en-US" sz="1000" b="1" dirty="0" err="1"/>
              <a:t>win_positions</a:t>
            </a:r>
            <a:r>
              <a:rPr lang="en-US" sz="1000" b="1" dirty="0"/>
              <a:t> = [</a:t>
            </a:r>
          </a:p>
          <a:p>
            <a:r>
              <a:rPr lang="en-US" sz="1000" b="1" dirty="0"/>
              <a:t>        [0,1,2],[3,4,5],[6,7,8],</a:t>
            </a:r>
          </a:p>
          <a:p>
            <a:r>
              <a:rPr lang="en-US" sz="1000" b="1" dirty="0"/>
              <a:t>        [0,3,6],[1,4,7],[2,5,8],</a:t>
            </a:r>
          </a:p>
          <a:p>
            <a:r>
              <a:rPr lang="en-US" sz="1000" b="1" dirty="0"/>
              <a:t>        [0,4,8],[2,4,6]</a:t>
            </a:r>
          </a:p>
          <a:p>
            <a:r>
              <a:rPr lang="en-US" sz="1000" b="1" dirty="0"/>
              <a:t>    ]</a:t>
            </a:r>
          </a:p>
          <a:p>
            <a:endParaRPr lang="en-US" sz="1000" b="1" dirty="0"/>
          </a:p>
          <a:p>
            <a:r>
              <a:rPr lang="en-US" sz="1000" b="1" dirty="0"/>
              <a:t>    for pos in </a:t>
            </a:r>
            <a:r>
              <a:rPr lang="en-US" sz="1000" b="1" dirty="0" err="1"/>
              <a:t>win_positions</a:t>
            </a:r>
            <a:r>
              <a:rPr lang="en-US" sz="1000" b="1" dirty="0"/>
              <a:t>:</a:t>
            </a:r>
          </a:p>
          <a:p>
            <a:r>
              <a:rPr lang="en-US" sz="1000" b="1" dirty="0"/>
              <a:t>        if board[pos[0]] == board[pos[1]] == board[pos[2]] == player:</a:t>
            </a:r>
          </a:p>
          <a:p>
            <a:r>
              <a:rPr lang="en-US" sz="1000" b="1" dirty="0"/>
              <a:t>            return True</a:t>
            </a:r>
          </a:p>
          <a:p>
            <a:r>
              <a:rPr lang="en-US" sz="1000" b="1" dirty="0"/>
              <a:t>    return False</a:t>
            </a:r>
          </a:p>
          <a:p>
            <a:endParaRPr lang="en-US" sz="1000" b="1" dirty="0"/>
          </a:p>
          <a:p>
            <a:endParaRPr lang="en-US" sz="1000" b="1" dirty="0"/>
          </a:p>
          <a:p>
            <a:endParaRPr lang="en-GB" sz="10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20E8FD-AC42-F518-33F8-800DF25F3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98358"/>
              </p:ext>
            </p:extLst>
          </p:nvPr>
        </p:nvGraphicFramePr>
        <p:xfrm>
          <a:off x="5063247" y="-1129701"/>
          <a:ext cx="1862816" cy="10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631">
                  <a:extLst>
                    <a:ext uri="{9D8B030D-6E8A-4147-A177-3AD203B41FA5}">
                      <a16:colId xmlns:a16="http://schemas.microsoft.com/office/drawing/2014/main" val="3072249232"/>
                    </a:ext>
                  </a:extLst>
                </a:gridCol>
                <a:gridCol w="843185">
                  <a:extLst>
                    <a:ext uri="{9D8B030D-6E8A-4147-A177-3AD203B41FA5}">
                      <a16:colId xmlns:a16="http://schemas.microsoft.com/office/drawing/2014/main" val="163306791"/>
                    </a:ext>
                  </a:extLst>
                </a:gridCol>
              </a:tblGrid>
              <a:tr h="108105"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 marL="27025" marR="27025" marT="13513" marB="13513"/>
                </a:tc>
                <a:tc>
                  <a:txBody>
                    <a:bodyPr/>
                    <a:lstStyle/>
                    <a:p>
                      <a:endParaRPr lang="en-GB" sz="500" dirty="0"/>
                    </a:p>
                  </a:txBody>
                  <a:tcPr marL="27025" marR="27025" marT="13513" marB="13513"/>
                </a:tc>
                <a:extLst>
                  <a:ext uri="{0D108BD9-81ED-4DB2-BD59-A6C34878D82A}">
                    <a16:rowId xmlns:a16="http://schemas.microsoft.com/office/drawing/2014/main" val="1133889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368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D41DE3-6993-D62B-67C1-137FD0BC1549}"/>
              </a:ext>
            </a:extLst>
          </p:cNvPr>
          <p:cNvSpPr txBox="1"/>
          <p:nvPr/>
        </p:nvSpPr>
        <p:spPr>
          <a:xfrm>
            <a:off x="1328057" y="141514"/>
            <a:ext cx="1006928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def </a:t>
            </a:r>
            <a:r>
              <a:rPr lang="en-US" sz="1200" b="1" dirty="0" err="1"/>
              <a:t>ai_move</a:t>
            </a:r>
            <a:r>
              <a:rPr lang="en-US" sz="1200" b="1" dirty="0"/>
              <a:t>():</a:t>
            </a:r>
          </a:p>
          <a:p>
            <a:endParaRPr lang="en-US" sz="1200" b="1" dirty="0"/>
          </a:p>
          <a:p>
            <a:r>
              <a:rPr lang="en-US" sz="1200" b="1" dirty="0"/>
              <a:t>    # 1 Try to win</a:t>
            </a:r>
          </a:p>
          <a:p>
            <a:r>
              <a:rPr lang="en-US" sz="1200" b="1" dirty="0"/>
              <a:t>    for </a:t>
            </a:r>
            <a:r>
              <a:rPr lang="en-US" sz="1200" b="1" dirty="0" err="1"/>
              <a:t>i</a:t>
            </a:r>
            <a:r>
              <a:rPr lang="en-US" sz="1200" b="1" dirty="0"/>
              <a:t> in range(9):</a:t>
            </a:r>
          </a:p>
          <a:p>
            <a:r>
              <a:rPr lang="en-US" sz="1200" b="1" dirty="0"/>
              <a:t>        if board[</a:t>
            </a:r>
            <a:r>
              <a:rPr lang="en-US" sz="1200" b="1" dirty="0" err="1"/>
              <a:t>i</a:t>
            </a:r>
            <a:r>
              <a:rPr lang="en-US" sz="1200" b="1" dirty="0"/>
              <a:t>] == " ":</a:t>
            </a:r>
          </a:p>
          <a:p>
            <a:r>
              <a:rPr lang="en-US" sz="1200" b="1" dirty="0"/>
              <a:t>            board[</a:t>
            </a:r>
            <a:r>
              <a:rPr lang="en-US" sz="1200" b="1" dirty="0" err="1"/>
              <a:t>i</a:t>
            </a:r>
            <a:r>
              <a:rPr lang="en-US" sz="1200" b="1" dirty="0"/>
              <a:t>] = "O"</a:t>
            </a:r>
          </a:p>
          <a:p>
            <a:r>
              <a:rPr lang="en-US" sz="1200" b="1" dirty="0"/>
              <a:t>            if </a:t>
            </a:r>
            <a:r>
              <a:rPr lang="en-US" sz="1200" b="1" dirty="0" err="1"/>
              <a:t>check_winner</a:t>
            </a:r>
            <a:r>
              <a:rPr lang="en-US" sz="1200" b="1" dirty="0"/>
              <a:t>("O"):</a:t>
            </a:r>
          </a:p>
          <a:p>
            <a:r>
              <a:rPr lang="en-US" sz="1200" b="1" dirty="0"/>
              <a:t>                return</a:t>
            </a:r>
          </a:p>
          <a:p>
            <a:r>
              <a:rPr lang="en-US" sz="1200" b="1" dirty="0"/>
              <a:t>            board[</a:t>
            </a:r>
            <a:r>
              <a:rPr lang="en-US" sz="1200" b="1" dirty="0" err="1"/>
              <a:t>i</a:t>
            </a:r>
            <a:r>
              <a:rPr lang="en-US" sz="1200" b="1" dirty="0"/>
              <a:t>] = " "</a:t>
            </a:r>
          </a:p>
          <a:p>
            <a:endParaRPr lang="en-US" sz="1200" b="1" dirty="0"/>
          </a:p>
          <a:p>
            <a:r>
              <a:rPr lang="en-US" sz="1200" b="1" dirty="0"/>
              <a:t>    # 2 Block player</a:t>
            </a:r>
          </a:p>
          <a:p>
            <a:r>
              <a:rPr lang="en-US" sz="1200" b="1" dirty="0"/>
              <a:t>    for </a:t>
            </a:r>
            <a:r>
              <a:rPr lang="en-US" sz="1200" b="1" dirty="0" err="1"/>
              <a:t>i</a:t>
            </a:r>
            <a:r>
              <a:rPr lang="en-US" sz="1200" b="1" dirty="0"/>
              <a:t> in range(9):</a:t>
            </a:r>
          </a:p>
          <a:p>
            <a:r>
              <a:rPr lang="en-US" sz="1200" b="1" dirty="0"/>
              <a:t>        if board[</a:t>
            </a:r>
            <a:r>
              <a:rPr lang="en-US" sz="1200" b="1" dirty="0" err="1"/>
              <a:t>i</a:t>
            </a:r>
            <a:r>
              <a:rPr lang="en-US" sz="1200" b="1" dirty="0"/>
              <a:t>] == " ":</a:t>
            </a:r>
          </a:p>
          <a:p>
            <a:r>
              <a:rPr lang="en-US" sz="1200" b="1" dirty="0"/>
              <a:t>            board[</a:t>
            </a:r>
            <a:r>
              <a:rPr lang="en-US" sz="1200" b="1" dirty="0" err="1"/>
              <a:t>i</a:t>
            </a:r>
            <a:r>
              <a:rPr lang="en-US" sz="1200" b="1" dirty="0"/>
              <a:t>] = "X"</a:t>
            </a:r>
          </a:p>
          <a:p>
            <a:r>
              <a:rPr lang="en-US" sz="1200" b="1" dirty="0"/>
              <a:t>            if </a:t>
            </a:r>
            <a:r>
              <a:rPr lang="en-US" sz="1200" b="1" dirty="0" err="1"/>
              <a:t>check_winner</a:t>
            </a:r>
            <a:r>
              <a:rPr lang="en-US" sz="1200" b="1" dirty="0"/>
              <a:t>("X"):</a:t>
            </a:r>
          </a:p>
          <a:p>
            <a:r>
              <a:rPr lang="en-US" sz="1200" b="1" dirty="0"/>
              <a:t>                board[</a:t>
            </a:r>
            <a:r>
              <a:rPr lang="en-US" sz="1200" b="1" dirty="0" err="1"/>
              <a:t>i</a:t>
            </a:r>
            <a:r>
              <a:rPr lang="en-US" sz="1200" b="1" dirty="0"/>
              <a:t>] = "O"</a:t>
            </a:r>
          </a:p>
          <a:p>
            <a:r>
              <a:rPr lang="en-US" sz="1200" b="1" dirty="0"/>
              <a:t>                return</a:t>
            </a:r>
          </a:p>
          <a:p>
            <a:r>
              <a:rPr lang="en-US" sz="1200" b="1" dirty="0"/>
              <a:t>            board[</a:t>
            </a:r>
            <a:r>
              <a:rPr lang="en-US" sz="1200" b="1" dirty="0" err="1"/>
              <a:t>i</a:t>
            </a:r>
            <a:r>
              <a:rPr lang="en-US" sz="1200" b="1" dirty="0"/>
              <a:t>] = " "</a:t>
            </a:r>
          </a:p>
          <a:p>
            <a:endParaRPr lang="en-US" sz="1200" b="1" dirty="0"/>
          </a:p>
          <a:p>
            <a:r>
              <a:rPr lang="en-US" sz="1200" b="1" dirty="0"/>
              <a:t>    # 3 Take first empty spot</a:t>
            </a:r>
          </a:p>
          <a:p>
            <a:r>
              <a:rPr lang="en-US" sz="1200" b="1" dirty="0"/>
              <a:t>    for </a:t>
            </a:r>
            <a:r>
              <a:rPr lang="en-US" sz="1200" b="1" dirty="0" err="1"/>
              <a:t>i</a:t>
            </a:r>
            <a:r>
              <a:rPr lang="en-US" sz="1200" b="1" dirty="0"/>
              <a:t> in range(9):</a:t>
            </a:r>
          </a:p>
          <a:p>
            <a:r>
              <a:rPr lang="en-US" sz="1200" b="1" dirty="0"/>
              <a:t>        if board[</a:t>
            </a:r>
            <a:r>
              <a:rPr lang="en-US" sz="1200" b="1" dirty="0" err="1"/>
              <a:t>i</a:t>
            </a:r>
            <a:r>
              <a:rPr lang="en-US" sz="1200" b="1" dirty="0"/>
              <a:t>] == " ":</a:t>
            </a:r>
          </a:p>
          <a:p>
            <a:r>
              <a:rPr lang="en-US" sz="1200" b="1" dirty="0"/>
              <a:t>            board[</a:t>
            </a:r>
            <a:r>
              <a:rPr lang="en-US" sz="1200" b="1" dirty="0" err="1"/>
              <a:t>i</a:t>
            </a:r>
            <a:r>
              <a:rPr lang="en-US" sz="1200" b="1" dirty="0"/>
              <a:t>] = "O"</a:t>
            </a:r>
          </a:p>
          <a:p>
            <a:r>
              <a:rPr lang="en-US" sz="1200" b="1" dirty="0"/>
              <a:t>            return</a:t>
            </a:r>
          </a:p>
          <a:p>
            <a:endParaRPr lang="en-US" sz="1200" b="1" dirty="0"/>
          </a:p>
          <a:p>
            <a:endParaRPr lang="en-US" sz="1200" b="1" dirty="0"/>
          </a:p>
          <a:p>
            <a:r>
              <a:rPr lang="en-US" sz="1200" b="1" dirty="0"/>
              <a:t>def </a:t>
            </a:r>
            <a:r>
              <a:rPr lang="en-US" sz="1200" b="1" dirty="0" err="1"/>
              <a:t>is_board_full</a:t>
            </a:r>
            <a:r>
              <a:rPr lang="en-US" sz="1200" b="1" dirty="0"/>
              <a:t>():</a:t>
            </a:r>
          </a:p>
          <a:p>
            <a:r>
              <a:rPr lang="en-US" sz="1200" b="1" dirty="0"/>
              <a:t>    return " " not in board</a:t>
            </a:r>
          </a:p>
          <a:p>
            <a:endParaRPr lang="en-US" sz="1200" b="1" dirty="0"/>
          </a:p>
          <a:p>
            <a:endParaRPr lang="en-US" sz="1200" b="1" dirty="0"/>
          </a:p>
          <a:p>
            <a:r>
              <a:rPr lang="en-US" sz="1200" b="1" dirty="0"/>
              <a:t># Game loop</a:t>
            </a:r>
          </a:p>
          <a:p>
            <a:r>
              <a:rPr lang="en-US" sz="1200" b="1" dirty="0"/>
              <a:t>while True:</a:t>
            </a:r>
          </a:p>
          <a:p>
            <a:endParaRPr lang="en-US" sz="1200" b="1" dirty="0"/>
          </a:p>
          <a:p>
            <a:r>
              <a:rPr lang="en-US" sz="1200" b="1" dirty="0"/>
              <a:t>    </a:t>
            </a:r>
            <a:r>
              <a:rPr lang="en-US" sz="1200" b="1" dirty="0" err="1"/>
              <a:t>print_board</a:t>
            </a:r>
            <a:r>
              <a:rPr lang="en-US" sz="1200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42616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4F32F5-995F-2ACC-2208-9D5668030AA2}"/>
              </a:ext>
            </a:extLst>
          </p:cNvPr>
          <p:cNvSpPr txBox="1"/>
          <p:nvPr/>
        </p:nvSpPr>
        <p:spPr>
          <a:xfrm>
            <a:off x="1426029" y="0"/>
            <a:ext cx="924197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1" dirty="0"/>
          </a:p>
          <a:p>
            <a:r>
              <a:rPr lang="en-US" sz="1400" b="1" dirty="0"/>
              <a:t>    move = int(input("Enter position (0-8): "))</a:t>
            </a:r>
          </a:p>
          <a:p>
            <a:endParaRPr lang="en-US" sz="1400" b="1" dirty="0"/>
          </a:p>
          <a:p>
            <a:r>
              <a:rPr lang="en-US" sz="1400" b="1" dirty="0"/>
              <a:t>    if board[move] != " ":</a:t>
            </a:r>
          </a:p>
          <a:p>
            <a:r>
              <a:rPr lang="en-US" sz="1400" b="1" dirty="0"/>
              <a:t>        print("Invalid move")</a:t>
            </a:r>
          </a:p>
          <a:p>
            <a:r>
              <a:rPr lang="en-US" sz="1400" b="1" dirty="0"/>
              <a:t>        continue</a:t>
            </a:r>
          </a:p>
          <a:p>
            <a:endParaRPr lang="en-US" sz="1400" b="1" dirty="0"/>
          </a:p>
          <a:p>
            <a:r>
              <a:rPr lang="en-US" sz="1400" b="1" dirty="0"/>
              <a:t>    board[move] = "X"</a:t>
            </a:r>
          </a:p>
          <a:p>
            <a:endParaRPr lang="en-US" sz="1400" b="1" dirty="0"/>
          </a:p>
          <a:p>
            <a:r>
              <a:rPr lang="en-US" sz="1400" b="1" dirty="0"/>
              <a:t>    if </a:t>
            </a:r>
            <a:r>
              <a:rPr lang="en-US" sz="1400" b="1" dirty="0" err="1"/>
              <a:t>check_winner</a:t>
            </a:r>
            <a:r>
              <a:rPr lang="en-US" sz="1400" b="1" dirty="0"/>
              <a:t>("X"):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print_board</a:t>
            </a:r>
            <a:r>
              <a:rPr lang="en-US" sz="1400" b="1" dirty="0"/>
              <a:t>()</a:t>
            </a:r>
          </a:p>
          <a:p>
            <a:r>
              <a:rPr lang="en-US" sz="1400" b="1" dirty="0"/>
              <a:t>        print("You win!")</a:t>
            </a:r>
          </a:p>
          <a:p>
            <a:r>
              <a:rPr lang="en-US" sz="1400" b="1" dirty="0"/>
              <a:t>        break</a:t>
            </a:r>
          </a:p>
          <a:p>
            <a:endParaRPr lang="en-US" sz="1400" b="1" dirty="0"/>
          </a:p>
          <a:p>
            <a:r>
              <a:rPr lang="en-US" sz="1400" b="1" dirty="0"/>
              <a:t>    if </a:t>
            </a:r>
            <a:r>
              <a:rPr lang="en-US" sz="1400" b="1" dirty="0" err="1"/>
              <a:t>is_board_full</a:t>
            </a:r>
            <a:r>
              <a:rPr lang="en-US" sz="1400" b="1" dirty="0"/>
              <a:t>():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print_board</a:t>
            </a:r>
            <a:r>
              <a:rPr lang="en-US" sz="1400" b="1" dirty="0"/>
              <a:t>()</a:t>
            </a:r>
          </a:p>
          <a:p>
            <a:r>
              <a:rPr lang="en-US" sz="1400" b="1" dirty="0"/>
              <a:t>        print("Draw!")</a:t>
            </a:r>
          </a:p>
          <a:p>
            <a:r>
              <a:rPr lang="en-US" sz="1400" b="1" dirty="0"/>
              <a:t>        break</a:t>
            </a:r>
          </a:p>
          <a:p>
            <a:endParaRPr lang="en-US" sz="1400" b="1" dirty="0"/>
          </a:p>
          <a:p>
            <a:r>
              <a:rPr lang="en-US" sz="1400" b="1" dirty="0"/>
              <a:t>    </a:t>
            </a:r>
            <a:r>
              <a:rPr lang="en-US" sz="1400" b="1" dirty="0" err="1"/>
              <a:t>ai_move</a:t>
            </a:r>
            <a:r>
              <a:rPr lang="en-US" sz="1400" b="1" dirty="0"/>
              <a:t>()</a:t>
            </a:r>
          </a:p>
          <a:p>
            <a:endParaRPr lang="en-US" sz="1400" b="1" dirty="0"/>
          </a:p>
          <a:p>
            <a:r>
              <a:rPr lang="en-US" sz="1400" b="1" dirty="0"/>
              <a:t>    if </a:t>
            </a:r>
            <a:r>
              <a:rPr lang="en-US" sz="1400" b="1" dirty="0" err="1"/>
              <a:t>check_winner</a:t>
            </a:r>
            <a:r>
              <a:rPr lang="en-US" sz="1400" b="1" dirty="0"/>
              <a:t>("O"):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print_board</a:t>
            </a:r>
            <a:r>
              <a:rPr lang="en-US" sz="1400" b="1" dirty="0"/>
              <a:t>()</a:t>
            </a:r>
          </a:p>
          <a:p>
            <a:r>
              <a:rPr lang="en-US" sz="1400" b="1" dirty="0"/>
              <a:t>        print("AI wins!")</a:t>
            </a:r>
          </a:p>
          <a:p>
            <a:r>
              <a:rPr lang="en-US" sz="1400" b="1" dirty="0"/>
              <a:t>        break</a:t>
            </a:r>
          </a:p>
          <a:p>
            <a:endParaRPr lang="en-US" sz="1400" b="1" dirty="0"/>
          </a:p>
          <a:p>
            <a:r>
              <a:rPr lang="en-US" sz="1400" b="1" dirty="0"/>
              <a:t>    if </a:t>
            </a:r>
            <a:r>
              <a:rPr lang="en-US" sz="1400" b="1" dirty="0" err="1"/>
              <a:t>is_board_full</a:t>
            </a:r>
            <a:r>
              <a:rPr lang="en-US" sz="1400" b="1" dirty="0"/>
              <a:t>():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print_board</a:t>
            </a:r>
            <a:r>
              <a:rPr lang="en-US" sz="1400" b="1" dirty="0"/>
              <a:t>()</a:t>
            </a:r>
          </a:p>
          <a:p>
            <a:r>
              <a:rPr lang="en-US" sz="1400" b="1" dirty="0"/>
              <a:t>        print("Draw!")</a:t>
            </a:r>
          </a:p>
          <a:p>
            <a:r>
              <a:rPr lang="en-US" sz="1400" b="1" dirty="0"/>
              <a:t>        break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234015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7F3F-7EB8-1310-7E93-600B0242B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Sample of output</a:t>
            </a:r>
            <a:r>
              <a:rPr lang="en-GB" dirty="0"/>
              <a:t>: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B55B9-6E75-C95B-0E38-EEC0C7812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Enter Number Between 0-8</a:t>
            </a:r>
          </a:p>
          <a:p>
            <a:pPr marL="0" indent="0">
              <a:buNone/>
            </a:pPr>
            <a:r>
              <a:rPr lang="en-GB" dirty="0"/>
              <a:t>4</a:t>
            </a:r>
          </a:p>
          <a:p>
            <a:pPr marL="0" indent="0">
              <a:buNone/>
            </a:pPr>
            <a:r>
              <a:rPr lang="en-GB" dirty="0"/>
              <a:t>8</a:t>
            </a:r>
          </a:p>
          <a:p>
            <a:pPr marL="0" indent="0">
              <a:buNone/>
            </a:pPr>
            <a:r>
              <a:rPr lang="en-GB" dirty="0"/>
              <a:t>6</a:t>
            </a:r>
          </a:p>
          <a:p>
            <a:pPr marL="0" indent="0">
              <a:buNone/>
            </a:pPr>
            <a:endParaRPr lang="en-GB" dirty="0"/>
          </a:p>
          <a:p>
            <a:r>
              <a:rPr lang="pt-BR" dirty="0"/>
              <a:t>O | O | O</a:t>
            </a:r>
          </a:p>
          <a:p>
            <a:r>
              <a:rPr lang="pt-BR" dirty="0"/>
              <a:t>---------</a:t>
            </a:r>
          </a:p>
          <a:p>
            <a:r>
              <a:rPr lang="pt-BR" dirty="0"/>
              <a:t>  | X |  </a:t>
            </a:r>
          </a:p>
          <a:p>
            <a:r>
              <a:rPr lang="pt-BR" dirty="0"/>
              <a:t>---------</a:t>
            </a:r>
          </a:p>
          <a:p>
            <a:r>
              <a:rPr lang="pt-BR" dirty="0"/>
              <a:t>X |   | X</a:t>
            </a:r>
          </a:p>
          <a:p>
            <a:endParaRPr lang="pt-BR" dirty="0"/>
          </a:p>
          <a:p>
            <a:r>
              <a:rPr lang="pt-BR" dirty="0"/>
              <a:t>AI wins!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5890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</TotalTime>
  <Words>576</Words>
  <Application>Microsoft Office PowerPoint</Application>
  <PresentationFormat>Custom</PresentationFormat>
  <Paragraphs>115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 Simple program for  AI agent for a game Tic Tac Toe </vt:lpstr>
      <vt:lpstr>PEAS for a TIC TAC TOE AI Agent</vt:lpstr>
      <vt:lpstr> PROGRAM</vt:lpstr>
      <vt:lpstr>PowerPoint Presentation</vt:lpstr>
      <vt:lpstr>PowerPoint Presentation</vt:lpstr>
      <vt:lpstr>Sample of output: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Simple program for  AI agent for a game Tic Tac Toe </dc:title>
  <dc:creator>Tatenda Tapera</dc:creator>
  <cp:lastModifiedBy>Guest User</cp:lastModifiedBy>
  <cp:revision>2</cp:revision>
  <dcterms:created xsi:type="dcterms:W3CDTF">2026-03-11T17:54:06Z</dcterms:created>
  <dcterms:modified xsi:type="dcterms:W3CDTF">2026-03-12T17:36:28Z</dcterms:modified>
</cp:coreProperties>
</file>